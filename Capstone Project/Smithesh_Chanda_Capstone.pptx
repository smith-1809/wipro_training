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A7FA1E-A709-4185-92F5-389A754162EC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A59065-7C35-4B2C-9879-5880926531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57068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88C0E-00AF-FB14-6BC6-A8ACD36EDE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CEDABF-84AD-CF15-3DC8-33C3BC9BF0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33D0A4-508A-AB33-5683-C56AC48425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F1A94-A30A-4907-860E-8C6F532FC54E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26FBF5-843B-EE9D-039A-9FFDFD079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6059E2-18A6-1F42-DCFB-30E4DA32F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6AA60-D05D-40D5-80F9-1AC45D2485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36956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BBA87-2DD0-03B5-2986-E64FB68AE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8EBF76-3FE7-B445-BE12-3E6E025364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2342B9-AF80-4F01-9576-95656EE6F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F1A94-A30A-4907-860E-8C6F532FC54E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AB29E5-6547-56FB-FBBD-2682DE257E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B89B6B-A29C-4DDD-8ABA-A83830213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6AA60-D05D-40D5-80F9-1AC45D2485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7353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B8A72-4ED7-DEE1-0F98-ED1076AB15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0FD005-7901-86A8-08D3-585D77333E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A6C0C5-F878-F739-4B2A-98B6642BD1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F1A94-A30A-4907-860E-8C6F532FC54E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E98EEE-1EF6-B4B3-53C8-DD3A88DEB4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661CFA-59CD-CAEE-B98F-73F6BB637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6AA60-D05D-40D5-80F9-1AC45D2485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283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E9BEC-8D53-2484-A10A-2837A3698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29EBF8-FEAD-9839-FBCC-34042C103E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88E235-6C29-6D36-BED9-B286CF3ABA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B5669D-920E-C705-3EC8-BDB6D8842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F1A94-A30A-4907-860E-8C6F532FC54E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DEED35-BBDB-37A8-EC3B-F1A9375FB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AC2549-D1F5-70D4-93A0-7204128BA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6AA60-D05D-40D5-80F9-1AC45D2485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4126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E40CA-0454-C8C7-E8B7-90BCFD668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F9C70C-AB3C-3929-7EC9-967BF7B585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EAF9C9-D9BD-80F3-9031-3B452B016D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5C0AF5-F138-1F5F-0779-C08E6B5919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5D27C1-A38F-FDAB-4913-079327EFDE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A7B038C-1E9D-C38D-022B-57741EAB5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F1A94-A30A-4907-860E-8C6F532FC54E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9DF2D59-72F9-DDB7-F58E-95B5D1435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1B3F3DA-2966-1287-2C87-7339E84F7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6AA60-D05D-40D5-80F9-1AC45D2485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27993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7BC3B5-282A-2603-FCB1-5342ED47F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BD2325-A018-6B19-498C-D98E230CAF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F1A94-A30A-4907-860E-8C6F532FC54E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191191-F694-DF5A-C1CA-CBD582BCD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BBDD21-B813-8FC0-729F-A30D9850A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6AA60-D05D-40D5-80F9-1AC45D2485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06069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66FA84-63AE-EFC9-1E33-0543039277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F1A94-A30A-4907-860E-8C6F532FC54E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06621A-4165-9A76-7AC4-14BA2AB8D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EE89E5-5DD7-4E80-5B19-71B2F6B4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6AA60-D05D-40D5-80F9-1AC45D2485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10575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E84513-D3F4-CE9A-CDBE-FF2CABE047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5D0B5B-BBA9-42CE-20AE-80189B31A1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ED4701-0AD6-CAA0-3BA1-6D87FC5B0F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BF8655-C4B1-B13C-6423-1C5EC7833B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F1A94-A30A-4907-860E-8C6F532FC54E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2A2F3F-B3B4-DF01-5DB3-E4D9825C5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69F418-48B4-1C22-2E23-D48A3F5C6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6AA60-D05D-40D5-80F9-1AC45D2485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80422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5BC1B-19AE-98BF-4FB6-B8B1651F44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C58A7B6-9511-33DB-9CC8-8F744CE648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EFC391-9321-82AA-C22B-12BF15E36F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319EDD-383C-01CF-DA4D-BC80FFC91E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F1A94-A30A-4907-860E-8C6F532FC54E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6CFD2B-3D7F-B83E-993B-347BE90EF4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17491A-49FB-9F35-6D15-01171F1E4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6AA60-D05D-40D5-80F9-1AC45D2485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34079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B961B-0A05-DB54-50B3-93B5A948E5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676668-EE39-FFE6-5A01-4EC1A13B11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E2F37F-79F3-CE65-81FE-78BF6D8BF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F1A94-A30A-4907-860E-8C6F532FC54E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5FE3C0-BD51-6C82-3B15-6287173B4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716E6A-B9C4-5D9F-76C9-1B2AEF3D3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6AA60-D05D-40D5-80F9-1AC45D2485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82211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3D4D20C-4444-4E3B-3CF1-2EB63AA9E8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7FB6B7-AEE0-AC0A-24C8-E20385C176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D00178-190A-3B97-D223-9A23840E2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F1A94-A30A-4907-860E-8C6F532FC54E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47C1F3-3212-36BA-D898-B19B729DDD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83E7B4-D8ED-5417-FB15-E20279210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6AA60-D05D-40D5-80F9-1AC45D2485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81530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EE8AB43-A03A-1F4A-8350-D70600ED3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DD446F-12B3-89ED-BB03-7D19807682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3359A6-ADA5-EC2C-6AFF-DA6D83BD1C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5F1A94-A30A-4907-860E-8C6F532FC54E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31553D-9127-78BE-70E9-4F69558F57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241E02-0601-237B-E0C8-95ABB3B17D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B6AA60-D05D-40D5-80F9-1AC45D2485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713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D0DA1-8CFB-50CB-DDC3-6BD2FAA9995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A4987E-30C8-67A3-0024-6C45136ECE1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7B7DE6B-75E6-EC56-78FE-BD4FDCB0FD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997" y="-1"/>
            <a:ext cx="12202997" cy="68518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E297E26-8870-1CCB-0D23-9390981E5BA7}"/>
              </a:ext>
            </a:extLst>
          </p:cNvPr>
          <p:cNvSpPr txBox="1"/>
          <p:nvPr/>
        </p:nvSpPr>
        <p:spPr>
          <a:xfrm>
            <a:off x="95839" y="103108"/>
            <a:ext cx="28563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NAME: CHANDA SMITHESH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9357443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flash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E61F0-185A-98C9-214E-CA15A3CE8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IN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79C0E22-1CA5-3D49-940A-5E73267896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93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87126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CE32A-7A29-A791-EECC-1327B38BAE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AFE937B-2C19-7462-19CD-38B9A8A977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1024" y="208721"/>
            <a:ext cx="11575298" cy="6440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6492929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C8578-620B-520A-6384-36CAC44203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105FDA4-44CA-E3FB-41B3-26011B8675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749" y="0"/>
            <a:ext cx="1214425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263306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701E0-1ED9-E4C9-FE58-052ACFF23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AE189A2-7A4E-1841-4FC3-4F61E94E52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2185"/>
            <a:ext cx="12192000" cy="6853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38040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D16C2-CDEB-3167-146E-C8E141FA9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75021E5-FEF7-B43A-EB01-CA0B20FB9F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2695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2404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DCDBB-E039-AFF2-B82C-D7ECE5F38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0329596-14A1-77E0-F5AE-9387051468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03056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78B99-7CE8-F8CE-F104-E8E3E865C7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0488BE5-F28F-B223-A69C-85693ED08C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03609" y="0"/>
            <a:ext cx="12295609" cy="688978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CA5028D-2421-9BEF-D13E-77438D1793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486" y="1970203"/>
            <a:ext cx="11104775" cy="3450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504703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crush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E8210-075E-2E96-3E68-9D383DE8E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9BC2FD8-C12E-9099-B840-30BFF4F14D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306669" cy="6923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1862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C2497-FD3C-D0BD-6165-E69881EA4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8F6BEA7-2C9F-2BA8-92C5-509B8EDF02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3957" y="0"/>
            <a:ext cx="1219595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71258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13</Words>
  <Application>Microsoft Office PowerPoint</Application>
  <PresentationFormat>Widescreen</PresentationFormat>
  <Paragraphs>10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Presentation</vt:lpstr>
      <vt:lpstr> </vt:lpstr>
      <vt:lpstr> </vt:lpstr>
      <vt:lpstr> </vt:lpstr>
      <vt:lpstr> </vt:lpstr>
      <vt:lpstr> </vt:lpstr>
      <vt:lpstr> </vt:lpstr>
      <vt:lpstr> </vt:lpstr>
      <vt:lpstr> </vt:lpstr>
      <vt:lpstr>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Chanda Smithesh</dc:creator>
  <cp:lastModifiedBy>Chanda Smithesh</cp:lastModifiedBy>
  <cp:revision>1</cp:revision>
  <dcterms:created xsi:type="dcterms:W3CDTF">2026-02-25T07:41:51Z</dcterms:created>
  <dcterms:modified xsi:type="dcterms:W3CDTF">2026-02-25T07:51:49Z</dcterms:modified>
</cp:coreProperties>
</file>